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140ab1a5eb3b31e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140ab1a5eb3b31e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140ab1a5eb3b31e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140ab1a5eb3b31e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140ab1a5eb3b31e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140ab1a5eb3b31e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140ab1a5eb3b31e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140ab1a5eb3b31e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140ab1a5eb3b31e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140ab1a5eb3b31e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140ab1a5eb3b31e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h140ab1a5eb3b31e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140ab1a5eb3b31e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140ab1a5eb3b31e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h140ab1a5eb3b31e0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h140ab1a5eb3b31e0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140ab1a5eb3b31e0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h140ab1a5eb3b31e0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140ab1a5eb3b31e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140ab1a5eb3b31e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140ab1a5eb3b31e0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h140ab1a5eb3b31e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140ab1a5eb3b31e0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h140ab1a5eb3b31e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140ab1a5eb3b31e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140ab1a5eb3b31e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h140ab1a5eb3b31e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h140ab1a5eb3b31e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